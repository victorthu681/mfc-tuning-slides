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64748B"/>
              </a:solidFill>
            </c:spPr>
          </c:dPt>
          <c:dPt>
            <c:idx val="1"/>
            <c:invertIfNegative val="0"/>
            <c:spPr>
              <a:solidFill>
                <a:srgbClr val="16A34A"/>
              </a:solidFill>
            </c:spPr>
          </c:dPt>
          <c:dPt>
            <c:idx val="2"/>
            <c:invertIfNegative val="0"/>
            <c:spPr>
              <a:solidFill>
                <a:srgbClr val="1E3A5F"/>
              </a:solidFill>
            </c:spPr>
          </c:dPt>
          <c:dPt>
            <c:idx val="3"/>
            <c:invertIfNegative val="0"/>
            <c:spPr>
              <a:solidFill>
                <a:srgbClr val="F97316"/>
              </a:solidFill>
            </c:spPr>
          </c:dPt>
          <c:cat>
            <c:strRef>
              <c:f>Sheet1!$A$2:$A$5</c:f>
              <c:strCache>
                <c:ptCount val="4"/>
                <c:pt idx="0">
                  <c:v>单卡</c:v>
                </c:pt>
                <c:pt idx="1">
                  <c:v>单卡 + LTO</c:v>
                </c:pt>
                <c:pt idx="2">
                  <c:v>2 卡 + rdma</c:v>
                </c:pt>
                <c:pt idx="3">
                  <c:v>2 卡 + rdma + LTO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1.3144418872266972</c:v>
                </c:pt>
                <c:pt idx="2">
                  <c:v>1.841596130592503</c:v>
                </c:pt>
                <c:pt idx="3">
                  <c:v>2.402208201892744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sz="1400" b="1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.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300" b="0">
          <a:solidFill>
            <a:srgbClr val="1F2937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583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MFC · 3D_performance_test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766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调优结论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67665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五个层级，各一页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6583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sc26：2 × H100 NVL · NVHPC 25.9 · </a:t>
            </a:r>
            <a:r>
              <a:rPr sz="1600" b="0">
                <a:solidFill>
                  <a:srgbClr val="CBD5E1"/>
                </a:solidFill>
                <a:latin typeface="Consolas"/>
                <a:ea typeface="Microsoft YaHei"/>
                <a:cs typeface="Microsoft YaHei"/>
              </a:rPr>
              <a:t>--case-optimization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MFC 上游主线 3ef5e1ee · 2026-10-21 至 10-24 实测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6583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SCC26 MFC 组 · 2026 年 10 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4114800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41148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2.40×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74903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 卡 + </a:t>
            </a:r>
            <a:r>
              <a:rPr sz="1800" b="1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rdma_mpi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 链接时优化（LTO）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3749039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相对单卡基线 · 输出逐位一致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五层结论：收益来自 LTO 和 rdma_mpi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总览　2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972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0972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调了什么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0972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02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23774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32918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NVHPC 25.9 / 26.9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664207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508760"/>
            <a:ext cx="379476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26.9 稍慢 0.3%–1%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24028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295144"/>
            <a:ext cx="502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95144"/>
            <a:ext cx="23774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构建开关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95144"/>
            <a:ext cx="32918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GPU 后端、精度、fastmath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450591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有代价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295144"/>
            <a:ext cx="379476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单精度快 23%–34%，但结果会变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026663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3081527"/>
            <a:ext cx="502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081527"/>
            <a:ext cx="23774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编译器选项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81527"/>
            <a:ext cx="32918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LTO、寄存器上限、缓存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236975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81527"/>
            <a:ext cx="379476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LTO：四个官方算例快 20%–28%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13048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867911"/>
            <a:ext cx="502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67911"/>
            <a:ext cx="23774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算例参数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867911"/>
            <a:ext cx="32918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Consolas"/>
                <a:ea typeface="Microsoft YaHei"/>
                <a:cs typeface="Microsoft YaHei"/>
              </a:rPr>
              <a:t>rdma_mpi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023359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有收益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67911"/>
            <a:ext cx="379476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 卡快 12%（规则待确认）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599431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4654296"/>
            <a:ext cx="502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654296"/>
            <a:ext cx="23774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启动方式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654296"/>
            <a:ext cx="32918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rank 数、绑核、MPS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09744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没收益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654296"/>
            <a:ext cx="379476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每卡 1 个 rank；默认已绑核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385816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55138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grindtime（每格点、每方程、每次右端项计算的纳秒数）越小越快；每项测 3–10 次取平均，和同一时段的基线比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推荐：</a:t>
            </a:r>
            <a:r>
              <a:rPr sz="16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FFLAGS=-gpu=lto,cuda13.0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，每卡 1 个 rank，（如果允许）</a:t>
            </a:r>
            <a:r>
              <a:rPr sz="16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rdma_mpi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；2 卡是单卡基线的 2.40 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第一层 工具链：NVHPC 26.9 比 25.9 稍慢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第一层　3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77440"/>
                <a:gridCol w="2377440"/>
                <a:gridCol w="2377440"/>
              </a:tblGrid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grindtime（10 轮平均）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NVHPC 25.9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NVHPC 26.9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26.9 比 25.9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单卡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0.4529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0.4542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单卡 + LTO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0.3462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卡 + 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rdma_mpi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 LTO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0.1849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0.1867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14800"/>
            <a:ext cx="111556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两个版本交替跑 10 轮：30 次对比里 26.9 慢了 29 次，差别小但不是噪声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两个版本的输出只差在舍入级；LTO 在两个版本上都快约 24%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26.9 还有已知的编译器缺陷：超弹性算例会算错（上游 PR #2111）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继续用 25.9；换版本前要重跑 </a:t>
            </a:r>
            <a:r>
              <a:rPr sz="16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./mfc.sh test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（上游记录过 NVHPC 24.5 把 GPU 代码编错）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第二层 构建开关：只有降精度更快，但会改变结果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第二层　4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1556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  <a:gridCol w="4754880"/>
              </a:tblGrid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开关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grindtime 变化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--case-optimization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−55%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一直开着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--gpu mp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（OpenMP offload）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--fastmath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（双精度）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双精度编出的代码不变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--single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（全程单精度）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−23.3%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D9770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动量误差约 2%，要问评委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--single --fastmath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−33.8%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D9770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误差和单精度相同，同样要问评委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--mixed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（单精度计算、半精度存储）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编译失败：源码问题，修复 PR 待合并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155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fastmath 只换单精度数学函数的实现：双精度下不起作用，单精度下再快 13.6%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双精度下保持默认；单精度（加 fastmath 快 34%）能不能用，要问评委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第三层 编译器选项：LTO 快 20%–28%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第三层　5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  <a:gridCol w="2468880"/>
                <a:gridCol w="2468880"/>
              </a:tblGrid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单卡 grindtime 变化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LTO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寄存器上限 160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LTO + 上限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3D_performance_test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−24.0%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−6.7%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−19.3%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3D_sphbubcollapse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−20.3%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−6.1%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−13.7%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3D_IGR_TaylorGreenVortex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−28.4%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−3.8%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−12.0%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3D_TaylorGreenVortex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−20.3%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−11.8%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15568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原理：链接时整体优化；HLLC 里 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s_compute_speed_of_sound</a:t>
            </a: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等函数被内联，快约 40%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WENO 寄存器降到 162 以内，每个 SM 多放一个线程块；离分界线 168 很近，换版本后要检查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输出：三个算例逐位一致，IGR 在它自身每次运行的波动内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其他选项没收益：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loadcache</a:t>
            </a: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L1 慢 1.2%、L2 慢 128%，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nounroll</a:t>
            </a: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不改代码，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-acc=nowait</a:t>
            </a: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区域结束仍要等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 </a:t>
            </a:r>
            <a:r>
              <a:rPr sz="16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FFLAGS=-gpu=lto,cuda13.0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；不要再加寄存器上限（LTO 下上限不生效，混用反而变慢）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第四层 算例参数：rdma_mpi 让 2 卡快 12%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第四层　6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37360"/>
                <a:gridCol w="1737360"/>
              </a:tblGrid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grindtime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相对单卡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单卡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0.4535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1.00×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0.2765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卡 + </a:t>
                      </a:r>
                      <a:r>
                        <a:rPr sz="17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rdma_mpi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0.2429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6A3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1.87×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1371600"/>
            <a:ext cx="452628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做法：算例加一行 </a:t>
            </a:r>
            <a:r>
              <a:rPr sz="17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"rdma_mpi": "T"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原理：MPI 直接读写显存，两张卡经 NVLink 直接拷贝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不用重编；输出和单卡逐位一致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待确认：比赛是否允许修改算例里只影响性能的字段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第五层 启动方式：每卡 1 个 rank，默认绑核就够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第五层　7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15568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463040"/>
                <a:gridCol w="4937760"/>
              </a:tblGrid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和推荐写法比（每卡 1 个 rank、绑核）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 rank 共用 1 张卡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+86%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不要这样用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同上，开 MPS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+6.9%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D9770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仍然更慢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卡、每卡 2 个 rank，开 MPS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+8.4%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时好时坏：−4% 到 +24%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同上，开 </a:t>
                      </a:r>
                      <a:r>
                        <a:rPr sz="16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rdma_mpi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区间跨过 0，没有确定收益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显式关掉绑核（单卡）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没有区别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显式关掉绑核（2 卡 + </a:t>
                      </a:r>
                      <a:r>
                        <a:rPr sz="1600" b="1">
                          <a:solidFill>
                            <a:srgbClr val="1F2937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rdma_mpi</a:t>
                      </a:r>
                      <a:r>
                        <a:rPr sz="16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轮都更慢，不要关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默认跑法（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mpirun</a:t>
            </a: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不加参数）：Open MPI 已把 2 个 rank 绑在 NUMA 0 的核 0、1 上，和手动绑核等价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例外：25.9 每卡 2 个 rank（共 4 个）时，默认会把一半放到离 GPU 远的 NUMA 1，要手动绑核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每卡 1 个 rank；默认跑法已经绑好核，不要关掉；MPS 没有稳定收益，不用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5097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结论：2 卡 2.40 倍，输出逐位一致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总结　8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43000"/>
            <a:ext cx="6583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相对单卡基线的加速比（每项 3 次平均）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63040"/>
          <a:ext cx="681228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132588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307592"/>
            <a:ext cx="4023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推荐设置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64792"/>
            <a:ext cx="4023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FFLAGS=-gpu=lto,cuda13.0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每卡 1 个 rank（默认已绑 NUMA 0 的核）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（如果允许）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rdma_mpi = 'T'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47472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456432"/>
            <a:ext cx="4023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还要做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913631"/>
            <a:ext cx="4023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 LTO 跑一遍 </a:t>
            </a:r>
            <a:r>
              <a:rPr sz="15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./mfc.sh test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问清能否改算例里的性能字段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单精度（+ fastmath 快 34%）要问评委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LTO 在四个官方算例上都有效；</a:t>
            </a:r>
            <a:r>
              <a:rPr sz="1600" b="0">
                <a:solidFill>
                  <a:srgbClr val="1F2937"/>
                </a:solidFill>
                <a:latin typeface="Consolas"/>
                <a:ea typeface="Microsoft YaHei"/>
                <a:cs typeface="Microsoft YaHei"/>
              </a:rPr>
              <a:t>rdma_mpi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要先确认规则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3D_performance_test 调优结论</dc:title>
  <dc:subject/>
  <dc:creator>SCC26 MFC 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